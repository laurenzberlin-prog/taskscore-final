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sldIdLst>
    <p:sldId id="277" r:id="rId2"/>
    <p:sldId id="259" r:id="rId3"/>
    <p:sldId id="258" r:id="rId4"/>
    <p:sldId id="260" r:id="rId5"/>
    <p:sldId id="276" r:id="rId6"/>
    <p:sldId id="279" r:id="rId7"/>
    <p:sldId id="28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297"/>
    <p:restoredTop sz="94711"/>
  </p:normalViewPr>
  <p:slideViewPr>
    <p:cSldViewPr snapToGrid="0">
      <p:cViewPr>
        <p:scale>
          <a:sx n="49" d="100"/>
          <a:sy n="49" d="100"/>
        </p:scale>
        <p:origin x="288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61B8A-FB29-7141-9F54-0AB771835E9E}" type="datetimeFigureOut">
              <a:rPr lang="de-DE" smtClean="0"/>
              <a:t>22.01.26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9B6D8-943D-6548-8885-CDD31E979D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183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9B6D8-943D-6548-8885-CDD31E979D2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50470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21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951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02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096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339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35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66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86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94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4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35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C9D46F-E83C-C989-3543-D665D14D2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75AE6E-1CF3-BA66-44E8-28C51B9C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CBDA8E14-0F18-944E-7FB1-C401C0CA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434" r="18124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C4CE1830-C4BC-01B3-80A1-55C3BF55386F}"/>
              </a:ext>
            </a:extLst>
          </p:cNvPr>
          <p:cNvSpPr txBox="1">
            <a:spLocks/>
          </p:cNvSpPr>
          <p:nvPr/>
        </p:nvSpPr>
        <p:spPr>
          <a:xfrm>
            <a:off x="320039" y="255831"/>
            <a:ext cx="8138160" cy="960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sz="4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Full</a:t>
            </a:r>
            <a:r>
              <a:rPr lang="de-DE" sz="4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-Stack Web Development</a:t>
            </a:r>
          </a:p>
        </p:txBody>
      </p:sp>
      <p:sp>
        <p:nvSpPr>
          <p:cNvPr id="11" name="Untertitel 2">
            <a:extLst>
              <a:ext uri="{FF2B5EF4-FFF2-40B4-BE49-F238E27FC236}">
                <a16:creationId xmlns:a16="http://schemas.microsoft.com/office/drawing/2014/main" id="{203B2D8C-D2D1-8ED9-BDA5-EF1ABA584559}"/>
              </a:ext>
            </a:extLst>
          </p:cNvPr>
          <p:cNvSpPr txBox="1">
            <a:spLocks/>
          </p:cNvSpPr>
          <p:nvPr/>
        </p:nvSpPr>
        <p:spPr>
          <a:xfrm>
            <a:off x="8458199" y="255831"/>
            <a:ext cx="3538728" cy="960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Laurenz Brödemann</a:t>
            </a:r>
          </a:p>
          <a:p>
            <a:pPr algn="r"/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Hassan Kandil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9CC38955-A6C1-BD05-5545-1CBC3F2FB347}"/>
              </a:ext>
            </a:extLst>
          </p:cNvPr>
          <p:cNvSpPr txBox="1"/>
          <p:nvPr/>
        </p:nvSpPr>
        <p:spPr>
          <a:xfrm>
            <a:off x="0" y="2490526"/>
            <a:ext cx="4824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Planung von wöchentlichen Pflichtaufgabe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Tägliche Übersicht über das anstehende Workload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Übersichtliche Darstellung zur Wochenbalance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Aufgaben abhaken und belohnen </a:t>
            </a:r>
          </a:p>
          <a:p>
            <a:endParaRPr lang="de-DE" dirty="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C4260B8F-6B02-6424-EC60-A4B5732EEFA0}"/>
              </a:ext>
            </a:extLst>
          </p:cNvPr>
          <p:cNvSpPr txBox="1"/>
          <p:nvPr/>
        </p:nvSpPr>
        <p:spPr>
          <a:xfrm>
            <a:off x="320039" y="1231085"/>
            <a:ext cx="81213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400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TaskScore</a:t>
            </a:r>
            <a:endParaRPr lang="de-DE" sz="4400" i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220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E3F72C-AF44-5A72-BB80-ED47E1DE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C66C4F6-4222-C14F-03C7-D227A015ED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9C4FF1-647F-0661-3CDE-6648B6B5A1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6" y="168442"/>
            <a:ext cx="3509383" cy="1694586"/>
          </a:xfrm>
        </p:spPr>
        <p:txBody>
          <a:bodyPr>
            <a:normAutofit/>
          </a:bodyPr>
          <a:lstStyle/>
          <a:p>
            <a:pPr algn="l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Proposition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21A1622-0D9A-23E9-57F6-4E74EB6D9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31470"/>
            <a:ext cx="4824248" cy="2203645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Die primäre Zielgruppe von </a:t>
            </a:r>
            <a:r>
              <a:rPr lang="de-DE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TaskScore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sind </a:t>
            </a:r>
            <a:r>
              <a:rPr lang="de-DE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Einzelpersonen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insbesondere </a:t>
            </a:r>
            <a:r>
              <a:rPr lang="de-DE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Studierende, Berufseinsteiger und Personen mit wechselnden Alltags- oder Lernaufgaben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die ihre Aufgaben </a:t>
            </a:r>
            <a:r>
              <a:rPr lang="de-DE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selbstständig organisieren</a:t>
            </a:r>
            <a:r>
              <a:rPr lang="de-DE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müssen.</a:t>
            </a:r>
            <a:endParaRPr lang="de-DE" sz="1100" b="1" i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D7B4B99F-F7BF-D569-D9BB-76CC5ED74F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4F4E997-852C-5A7F-5198-0F75F88BC617}"/>
              </a:ext>
            </a:extLst>
          </p:cNvPr>
          <p:cNvSpPr txBox="1"/>
          <p:nvPr/>
        </p:nvSpPr>
        <p:spPr>
          <a:xfrm>
            <a:off x="0" y="4427621"/>
            <a:ext cx="53179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Relevante Merkmale der Zielgruppe:</a:t>
            </a:r>
          </a:p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Viele kleine bis mittelgroße tägliche Aufgaben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Schnelle Überforderung des Workloads</a:t>
            </a:r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Motivationsprobleme</a:t>
            </a:r>
          </a:p>
        </p:txBody>
      </p:sp>
    </p:spTree>
    <p:extLst>
      <p:ext uri="{BB962C8B-B14F-4D97-AF65-F5344CB8AC3E}">
        <p14:creationId xmlns:p14="http://schemas.microsoft.com/office/powerpoint/2010/main" val="3734844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51336-DF6E-6263-40C3-187F75621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797DE5A-DA89-0A80-C73D-8DCE1A3E2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0265CED-A8B2-820E-6CC8-4F0547870F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33" y="336884"/>
            <a:ext cx="3509383" cy="1694586"/>
          </a:xfrm>
        </p:spPr>
        <p:txBody>
          <a:bodyPr>
            <a:normAutofit/>
          </a:bodyPr>
          <a:lstStyle/>
          <a:p>
            <a:pPr algn="l"/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What‘s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old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6005A7-C7BF-1C6D-C5AF-DC72A12B09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31470"/>
            <a:ext cx="4824248" cy="3134088"/>
          </a:xfrm>
        </p:spPr>
        <p:txBody>
          <a:bodyPr>
            <a:normAutofit/>
          </a:bodyPr>
          <a:lstStyle/>
          <a:p>
            <a:pPr algn="l">
              <a:lnSpc>
                <a:spcPct val="110000"/>
              </a:lnSpc>
            </a:pPr>
            <a:r>
              <a:rPr lang="de-DE" b="1" dirty="0"/>
              <a:t>- 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Klare Übersicht bei herkömmlichen Kalendern (Bspw. Apple) aber…</a:t>
            </a:r>
          </a:p>
          <a:p>
            <a:pPr algn="l">
              <a:lnSpc>
                <a:spcPct val="1100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Übersicht schnell unübersichtlich bei  mehreren Einträgen</a:t>
            </a:r>
          </a:p>
          <a:p>
            <a:pPr algn="l">
              <a:lnSpc>
                <a:spcPct val="1100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Häufig keine Tools zum “abhaken“ außer das Löschen…</a:t>
            </a:r>
          </a:p>
          <a:p>
            <a:pPr algn="l">
              <a:lnSpc>
                <a:spcPct val="110000"/>
              </a:lnSpc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Wie weit bin ich überhaupt???</a:t>
            </a:r>
          </a:p>
          <a:p>
            <a:pPr marL="285750" indent="-285750" algn="l">
              <a:lnSpc>
                <a:spcPct val="110000"/>
              </a:lnSpc>
              <a:buFontTx/>
              <a:buChar char="-"/>
            </a:pPr>
            <a:endParaRPr lang="de-DE" b="1" dirty="0"/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7CECDD30-405E-3A82-C59B-A709DEBB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24063"/>
            <a:ext cx="7367752" cy="6858000"/>
          </a:xfrm>
          <a:prstGeom prst="rect">
            <a:avLst/>
          </a:prstGeom>
        </p:spPr>
      </p:pic>
      <p:pic>
        <p:nvPicPr>
          <p:cNvPr id="13" name="Grafik 12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48357AB6-9875-4BDA-7589-9D1DEEA2E6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4249" y="1820779"/>
            <a:ext cx="7387784" cy="287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46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75D0DC-5E47-7BCB-66E6-E44BCBBEC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90F86B-53BD-E6A2-F7B6-7CA13644A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454303-71C7-C9BD-5A89-2F6C1DEFA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33" y="336884"/>
            <a:ext cx="3509383" cy="1694586"/>
          </a:xfrm>
        </p:spPr>
        <p:txBody>
          <a:bodyPr>
            <a:normAutofit/>
          </a:bodyPr>
          <a:lstStyle/>
          <a:p>
            <a:pPr algn="l"/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What‘s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new</a:t>
            </a:r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AECAB9F-DCF4-42AA-7297-014B4C46D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031470"/>
            <a:ext cx="4824248" cy="3134088"/>
          </a:xfrm>
        </p:spPr>
        <p:txBody>
          <a:bodyPr>
            <a:normAutofit/>
          </a:bodyPr>
          <a:lstStyle/>
          <a:p>
            <a:pPr marL="285750" indent="-285750" algn="l">
              <a:lnSpc>
                <a:spcPct val="110000"/>
              </a:lnSpc>
              <a:buFontTx/>
              <a:buChar char="-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Tagesgenaue Übersicht</a:t>
            </a:r>
          </a:p>
          <a:p>
            <a:pPr marL="285750" indent="-285750" algn="l">
              <a:lnSpc>
                <a:spcPct val="110000"/>
              </a:lnSpc>
              <a:buFontTx/>
              <a:buChar char="-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Work-Load pro Tag variabel</a:t>
            </a:r>
          </a:p>
          <a:p>
            <a:pPr marL="285750" indent="-285750" algn="l">
              <a:lnSpc>
                <a:spcPct val="110000"/>
              </a:lnSpc>
              <a:buFontTx/>
              <a:buChar char="-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Aufgaben abhaken</a:t>
            </a:r>
          </a:p>
          <a:p>
            <a:pPr marL="285750" indent="-285750" algn="l">
              <a:lnSpc>
                <a:spcPct val="110000"/>
              </a:lnSpc>
              <a:buFontTx/>
              <a:buChar char="-"/>
            </a:pP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Motivations-Boost durch Scorer Belohnung</a:t>
            </a:r>
          </a:p>
          <a:p>
            <a:pPr marL="285750" indent="-285750" algn="l">
              <a:lnSpc>
                <a:spcPct val="110000"/>
              </a:lnSpc>
              <a:buFontTx/>
              <a:buChar char="-"/>
            </a:pPr>
            <a:r>
              <a:rPr lang="de-DE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Ahh</a:t>
            </a:r>
            <a:r>
              <a:rPr lang="de-DE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so weit bin ich also…</a:t>
            </a:r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14E89BE5-4C13-502C-8392-0DFD970E93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24063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4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E79E88-F82E-59FC-D95C-C1BA6F4F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C89E908-51BA-84FC-8EFD-AD058A047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614766F-E909-B169-65CE-47C383D39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6" y="399054"/>
            <a:ext cx="4088701" cy="1694586"/>
          </a:xfrm>
        </p:spPr>
        <p:txBody>
          <a:bodyPr>
            <a:normAutofit fontScale="90000"/>
          </a:bodyPr>
          <a:lstStyle/>
          <a:p>
            <a:pPr algn="l"/>
            <a:r>
              <a:rPr lang="de-DE" dirty="0"/>
              <a:t>Wichtigste Design-Entscheidungen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F694A234-3FDB-6B4B-B1FE-8256A160D1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6AE60F78-4123-30E6-B050-A9DE18395F59}"/>
              </a:ext>
            </a:extLst>
          </p:cNvPr>
          <p:cNvSpPr txBox="1"/>
          <p:nvPr/>
        </p:nvSpPr>
        <p:spPr>
          <a:xfrm>
            <a:off x="144086" y="2230111"/>
            <a:ext cx="53179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sz="1600" dirty="0"/>
              <a:t>Score-Anzeige als Belohnungsfunktion für </a:t>
            </a:r>
          </a:p>
          <a:p>
            <a:r>
              <a:rPr lang="de-DE" sz="1600" dirty="0"/>
              <a:t>      erledigte Aufgaben</a:t>
            </a: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r>
              <a:rPr lang="de-DE" sz="1600" dirty="0"/>
              <a:t>Workload-Verteilung als Visualisierung</a:t>
            </a:r>
          </a:p>
          <a:p>
            <a:endParaRPr lang="de-DE" sz="1600" dirty="0"/>
          </a:p>
          <a:p>
            <a:pPr marL="285750" indent="-285750">
              <a:buFontTx/>
              <a:buChar char="-"/>
            </a:pPr>
            <a:r>
              <a:rPr lang="de-DE" sz="1600" dirty="0"/>
              <a:t>Fortschritte mit exaktem Stand der offenen</a:t>
            </a:r>
          </a:p>
          <a:p>
            <a:r>
              <a:rPr lang="de-DE" sz="1600" dirty="0"/>
              <a:t>      und erledigten Aufgaben</a:t>
            </a:r>
          </a:p>
          <a:p>
            <a:endParaRPr lang="de-DE" sz="1600" dirty="0"/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804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70A906-62C9-5899-63F5-6B0702C4D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144C858-5DB5-AE03-0631-4C29D1E4F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43C3FC8-05C8-D7AC-F520-C7E3D0EE5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6" y="399054"/>
            <a:ext cx="4088701" cy="1694586"/>
          </a:xfrm>
        </p:spPr>
        <p:txBody>
          <a:bodyPr>
            <a:normAutofit/>
          </a:bodyPr>
          <a:lstStyle/>
          <a:p>
            <a:pPr algn="l"/>
            <a:r>
              <a:rPr lang="de-DE" dirty="0"/>
              <a:t>Prioritäten bis zur Abgabe</a:t>
            </a: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BEF4EE1F-D1B1-176F-149A-8C1F381B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A99BB565-1C97-1DBC-EBE5-B0C3CC33863C}"/>
              </a:ext>
            </a:extLst>
          </p:cNvPr>
          <p:cNvSpPr txBox="1"/>
          <p:nvPr/>
        </p:nvSpPr>
        <p:spPr>
          <a:xfrm>
            <a:off x="144086" y="2230111"/>
            <a:ext cx="531795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600" dirty="0"/>
              <a:t>- Projekt Dokumentation vervollständigen</a:t>
            </a:r>
          </a:p>
          <a:p>
            <a:pPr marL="285750" indent="-285750">
              <a:buFontTx/>
              <a:buChar char="-"/>
            </a:pPr>
            <a:endParaRPr lang="de-DE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de-DE" sz="1600" dirty="0"/>
              <a:t>- Oberfläche anpassen </a:t>
            </a:r>
          </a:p>
          <a:p>
            <a:endParaRPr lang="de-DE" sz="1600" dirty="0"/>
          </a:p>
          <a:p>
            <a:r>
              <a:rPr lang="de-DE" sz="1600" dirty="0"/>
              <a:t>- Log-In Screen</a:t>
            </a:r>
          </a:p>
          <a:p>
            <a:endParaRPr lang="de-DE" sz="1600" dirty="0"/>
          </a:p>
          <a:p>
            <a:pPr marL="285750" indent="-285750">
              <a:buFontTx/>
              <a:buChar char="-"/>
            </a:pPr>
            <a:endParaRPr lang="de-DE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606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543EB-C323-60F7-DD0E-BCE88FCFE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6B89D1-1336-CA3B-8A7C-A28F329D0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456351-41D7-5E01-1009-3A3ABDFFB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6" y="399054"/>
            <a:ext cx="4088701" cy="1694586"/>
          </a:xfrm>
        </p:spPr>
        <p:txBody>
          <a:bodyPr>
            <a:normAutofit/>
          </a:bodyPr>
          <a:lstStyle/>
          <a:p>
            <a:pPr algn="l"/>
            <a:r>
              <a:rPr lang="de-D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</a:t>
            </a:r>
          </a:p>
        </p:txBody>
      </p:sp>
      <p:pic>
        <p:nvPicPr>
          <p:cNvPr id="4" name="Picture 3" descr="Abstrakter Rauchhintergrund">
            <a:extLst>
              <a:ext uri="{FF2B5EF4-FFF2-40B4-BE49-F238E27FC236}">
                <a16:creationId xmlns:a16="http://schemas.microsoft.com/office/drawing/2014/main" id="{369C89C3-1182-DFDD-BEB2-FF666AC0AF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4" r="18124"/>
          <a:stretch>
            <a:fillRect/>
          </a:stretch>
        </p:blipFill>
        <p:spPr>
          <a:xfrm>
            <a:off x="4824248" y="1"/>
            <a:ext cx="73677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70006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Macintosh PowerPoint</Application>
  <PresentationFormat>Breitbild</PresentationFormat>
  <Paragraphs>51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Arial</vt:lpstr>
      <vt:lpstr>Neue Haas Grotesk Text Pro</vt:lpstr>
      <vt:lpstr>VanillaVTI</vt:lpstr>
      <vt:lpstr>PowerPoint-Präsentation</vt:lpstr>
      <vt:lpstr>Value Proposition</vt:lpstr>
      <vt:lpstr>What‘s old?</vt:lpstr>
      <vt:lpstr>What‘s new?</vt:lpstr>
      <vt:lpstr>Wichtigste Design-Entscheidungen</vt:lpstr>
      <vt:lpstr>Prioritäten bis zur Abgabe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Chiara  Brödemann</dc:creator>
  <cp:lastModifiedBy>Chiara  Brödemann</cp:lastModifiedBy>
  <cp:revision>3</cp:revision>
  <dcterms:created xsi:type="dcterms:W3CDTF">2026-01-20T18:18:39Z</dcterms:created>
  <dcterms:modified xsi:type="dcterms:W3CDTF">2026-01-22T09:44:12Z</dcterms:modified>
</cp:coreProperties>
</file>